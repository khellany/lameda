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Lameda</a:t>
            </a:r>
          </a:p>
          <a:p>
            <a:pPr>
              <a:defRPr sz="1600">
                <a:solidFill>
                  <a:srgbClr val="4B5563"/>
                </a:solidFill>
              </a:defRPr>
            </a:pPr>
            <a:r>
              <a:t>Conversational commerce for Nigerian SMEs. Turning WhatsApp and Telegram chats into paid orders.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The Problem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SMEs lose sales because they reply to product inquiries manually.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Many merchants juggle selling with full-time work or other responsibilities.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Orders, complaints, delivery updates, and follow-up all happen in chat with no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The Solution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A WhatsApp-first and Telegram-enabled sales assistant for SMEs.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Handles product discovery, order capture, payment guidance, and support.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Uses AI for intent detection and product search with human handoff when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Beachhead Market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Nigerian fashion retailers with under 100 products.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About 20 customer chats per day.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Average order values above ₦50,000.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Already using WhatsApp as a primary sales channel.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Business Model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14-day free trial.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Monthly subscription in the ₦10,000 to ₦15,000 range.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Discounted annual plans.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Future premium setup and integration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Go-To-Market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Founder-led pilot sales.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3 to 5 early merchants for validation.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Demo-first selling with strong ROI storytelling.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Community referrals and social proof.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Roadmap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Phase 1: onboarding, catalog, chat, order, and payment.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Phase 2: segmentation, broadcasts, testimonials, and nudges.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Phase 3: deeper integrations and automation.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Phase 4: regional scale and acquisition readiness.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827"/>
                </a:solidFill>
              </a:rPr>
              <a:t>The Ask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Build the MVP, validate the workflow, and prove recurring revenue.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The long-term outcome is a defensible commerce operating layer for SMEs.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